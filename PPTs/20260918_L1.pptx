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68" r:id="rId5"/>
    <p:sldId id="262" r:id="rId6"/>
    <p:sldId id="263" r:id="rId7"/>
    <p:sldId id="264" r:id="rId8"/>
    <p:sldId id="260" r:id="rId9"/>
    <p:sldId id="257" r:id="rId10"/>
    <p:sldId id="266" r:id="rId11"/>
    <p:sldId id="267" r:id="rId12"/>
    <p:sldId id="265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81"/>
  </p:normalViewPr>
  <p:slideViewPr>
    <p:cSldViewPr snapToGrid="0">
      <p:cViewPr>
        <p:scale>
          <a:sx n="92" d="100"/>
          <a:sy n="92" d="100"/>
        </p:scale>
        <p:origin x="1248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33DEF-9AC1-DC4F-A6D4-C0A773DDA7D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0CDF935D-7DF7-CA44-AC4E-2B0943D47FE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791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33DEF-9AC1-DC4F-A6D4-C0A773DDA7D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F935D-7DF7-CA44-AC4E-2B0943D47FE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253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33DEF-9AC1-DC4F-A6D4-C0A773DDA7D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F935D-7DF7-CA44-AC4E-2B0943D47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30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33DEF-9AC1-DC4F-A6D4-C0A773DDA7D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F935D-7DF7-CA44-AC4E-2B0943D47FE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9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33DEF-9AC1-DC4F-A6D4-C0A773DDA7D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F935D-7DF7-CA44-AC4E-2B0943D47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79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33DEF-9AC1-DC4F-A6D4-C0A773DDA7D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F935D-7DF7-CA44-AC4E-2B0943D47FE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568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33DEF-9AC1-DC4F-A6D4-C0A773DDA7D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F935D-7DF7-CA44-AC4E-2B0943D47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117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33DEF-9AC1-DC4F-A6D4-C0A773DDA7D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F935D-7DF7-CA44-AC4E-2B0943D47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54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33DEF-9AC1-DC4F-A6D4-C0A773DDA7D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F935D-7DF7-CA44-AC4E-2B0943D47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1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33DEF-9AC1-DC4F-A6D4-C0A773DDA7D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F935D-7DF7-CA44-AC4E-2B0943D47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19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33DEF-9AC1-DC4F-A6D4-C0A773DDA7D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F935D-7DF7-CA44-AC4E-2B0943D47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10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21433DEF-9AC1-DC4F-A6D4-C0A773DDA7D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F935D-7DF7-CA44-AC4E-2B0943D47FE1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43762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s20XXXXXX@carmelss.edu.hk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0E52E-6A7C-C328-6C38-D55F7C79DA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JA05 STEAM and Service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81CD2A-50E9-8D4C-C224-67B4CA7679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97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DBBA26C-89C3-411F-9753-606A413F8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AD2215-6311-4D1C-B6B5-F57CB6BFC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BA5DE79-30D1-4A10-8DB9-0A6E523A9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BD0D63-D23F-4AE7-8270-4185EF9C1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68E9E-94E9-4BE3-B88C-C8A468117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107AC1-AA0D-4097-B03D-FD3C632AB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8D231A-EC46-4736-B00F-76D307082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BE3D13-5BE5-4B05-AFCF-2A2E059D2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AC85C80-0175-4214-A13D-03C224658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124" y="487443"/>
            <a:ext cx="5841548" cy="584154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ADB788-8569-409E-862D-665AD53C9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" y="0"/>
            <a:ext cx="1218986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2F2E89-0A44-0209-26D7-4368FB208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048" y="2568817"/>
            <a:ext cx="7155598" cy="313396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3200" dirty="0">
                <a:solidFill>
                  <a:srgbClr val="1F2D29"/>
                </a:solidFill>
              </a:rPr>
              <a:t>If your class builds an app to track school assignments, the coding and logic are the STEM parts. The Arts part is designing a clean, beautiful user interface that students actually want to look at, and writing clear instructions so it's easy to use.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562092-3AA7-4EF0-9007-C44F879A1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ight Triangle 29">
            <a:extLst>
              <a:ext uri="{FF2B5EF4-FFF2-40B4-BE49-F238E27FC236}">
                <a16:creationId xmlns:a16="http://schemas.microsoft.com/office/drawing/2014/main" id="{2663C086-1480-4E81-BD6F-3E43A4C38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585313" y="2747897"/>
            <a:ext cx="353147" cy="353147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4A7BE3-A603-AACB-DF37-CE6D803B5369}"/>
              </a:ext>
            </a:extLst>
          </p:cNvPr>
          <p:cNvSpPr txBox="1"/>
          <p:nvPr/>
        </p:nvSpPr>
        <p:spPr>
          <a:xfrm>
            <a:off x="2186844" y="1281997"/>
            <a:ext cx="25699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STEAM</a:t>
            </a:r>
          </a:p>
        </p:txBody>
      </p:sp>
    </p:spTree>
    <p:extLst>
      <p:ext uri="{BB962C8B-B14F-4D97-AF65-F5344CB8AC3E}">
        <p14:creationId xmlns:p14="http://schemas.microsoft.com/office/powerpoint/2010/main" val="3149691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D1DD0A-EAAF-A79B-89D1-31F7879B2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D266129-8908-E49E-42F6-FE22B986B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5A90A1-9DF8-A025-A1F0-927D34FA5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D4699A7-B255-FCE2-9B2A-6588CC5EE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39FA07-2A00-3A2F-BBE2-528988D30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765A80-1D02-73E5-DC1A-EB695D7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6B7C82-6B36-15EC-1D59-11A44B419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582128-5256-CD18-D4DF-EFD64D819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A80D37-5DAB-47E3-3482-DB0DE93D8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7923017-0B53-EA12-5271-7664ED353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124" y="487443"/>
            <a:ext cx="5841548" cy="584154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03D26A9-B9D6-5C48-3020-2FBA80790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" y="0"/>
            <a:ext cx="1218986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8C8CE6-3846-D798-B4D9-5664AF326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047" y="2568817"/>
            <a:ext cx="8681897" cy="313396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HK" sz="2800" b="1" dirty="0"/>
              <a:t>Service Learning</a:t>
            </a:r>
            <a:r>
              <a:rPr lang="en-HK" sz="2800" dirty="0"/>
              <a:t> is when you take the exact skills you are learning in the classroom and use them to solve a real, everyday problem in your community.</a:t>
            </a:r>
            <a:br>
              <a:rPr lang="en-US" sz="2800" dirty="0"/>
            </a:br>
            <a:br>
              <a:rPr lang="en-HK" sz="2800" dirty="0"/>
            </a:br>
            <a:r>
              <a:rPr lang="en-HK" sz="2800" dirty="0"/>
              <a:t>Instead of just reading about science in a textbook, your science class goes out to test the water quality of a local polluted stream. You then use that data to build water filters for the stream and present your findings to the town council to demand better environmental protections.</a:t>
            </a:r>
            <a:endParaRPr lang="en-US" sz="2800" dirty="0">
              <a:solidFill>
                <a:srgbClr val="1F2D29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29C5B8F-B8EE-E0A3-B9E3-635A1773C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ight Triangle 29">
            <a:extLst>
              <a:ext uri="{FF2B5EF4-FFF2-40B4-BE49-F238E27FC236}">
                <a16:creationId xmlns:a16="http://schemas.microsoft.com/office/drawing/2014/main" id="{02E27B34-00E2-71B2-F3B4-575C7D9FE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585313" y="2747897"/>
            <a:ext cx="353147" cy="353147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41F1D3-E859-C939-A97F-C23F1B352243}"/>
              </a:ext>
            </a:extLst>
          </p:cNvPr>
          <p:cNvSpPr txBox="1"/>
          <p:nvPr/>
        </p:nvSpPr>
        <p:spPr>
          <a:xfrm>
            <a:off x="2186844" y="1281997"/>
            <a:ext cx="53783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Service Learning</a:t>
            </a:r>
          </a:p>
        </p:txBody>
      </p:sp>
    </p:spTree>
    <p:extLst>
      <p:ext uri="{BB962C8B-B14F-4D97-AF65-F5344CB8AC3E}">
        <p14:creationId xmlns:p14="http://schemas.microsoft.com/office/powerpoint/2010/main" val="2838588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01900C-265D-4146-A578-477541E3D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  <a:noFill/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5F94F98-3A57-49AA-838E-91AAF600B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678519" y="-1660968"/>
            <a:ext cx="5838229" cy="11188733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" y="0"/>
            <a:ext cx="12189867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1F8C064-2DC5-4758-B49C-76BFF6405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3542" y="0"/>
            <a:ext cx="7875912" cy="68580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59909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47567" y="421698"/>
            <a:ext cx="967148" cy="967148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A36034-833E-1A2A-9770-A3447204E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8901" y="808056"/>
            <a:ext cx="8381238" cy="1077229"/>
          </a:xfrm>
        </p:spPr>
        <p:txBody>
          <a:bodyPr>
            <a:normAutofit/>
          </a:bodyPr>
          <a:lstStyle/>
          <a:p>
            <a:pPr algn="l"/>
            <a:r>
              <a:rPr lang="en-US" sz="4800" dirty="0"/>
              <a:t>Get Connected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DB3CF4-ECE7-D4BE-24E1-6C08FEB318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8049" y="2099714"/>
            <a:ext cx="3902941" cy="387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88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AA9D3B-9FC9-C8A0-731E-03C8BD950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CAA1F84-7547-5CAD-24A9-50DA82F93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D49CEC-DD1E-7196-3C91-4B4254E50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E46D36A-8252-0B7A-8C93-C229FCB8C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3527BD-B736-F71F-F0C1-4CB22C52B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458081-8022-937C-39DF-8DD8ACF0C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920EEA-860C-FC8E-7A5B-86AAB4DF3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F78B57-85AF-E24B-0D70-05618E550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1C0079-3A48-1752-26D2-CC331DF10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399AF4A-A3DF-F5EB-2105-E86911D20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124" y="487443"/>
            <a:ext cx="5841548" cy="584154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25C4AAE-C3C4-1467-4A9E-158E111FD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" y="0"/>
            <a:ext cx="1218986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C0CD7B-BE68-8361-1171-7CEC6C8CB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047" y="2568817"/>
            <a:ext cx="8681897" cy="313396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2800" b="1" dirty="0"/>
              <a:t>use MacOS</a:t>
            </a:r>
            <a:br>
              <a:rPr lang="en-US" sz="2800" b="1" dirty="0"/>
            </a:br>
            <a:r>
              <a:rPr lang="en-US" sz="2800" b="1" dirty="0"/>
              <a:t>Login with your username</a:t>
            </a:r>
            <a:br>
              <a:rPr lang="en-US" sz="2800" b="1" dirty="0"/>
            </a:br>
            <a:br>
              <a:rPr lang="en-US" sz="2800" b="1" dirty="0"/>
            </a:br>
            <a:r>
              <a:rPr lang="en-US" sz="2800" b="1" dirty="0">
                <a:hlinkClick r:id="rId4"/>
              </a:rPr>
              <a:t>s20XXXXXX@carmelss.edu.hk</a:t>
            </a:r>
            <a:br>
              <a:rPr lang="en-US" sz="2800" b="1" dirty="0"/>
            </a:br>
            <a:r>
              <a:rPr lang="en-US" sz="2800" b="1" dirty="0"/>
              <a:t>your Carmel Password</a:t>
            </a:r>
            <a:endParaRPr lang="en-US" sz="2800" dirty="0">
              <a:solidFill>
                <a:srgbClr val="1F2D29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6C8581-F328-669E-7D51-86A583C15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ight Triangle 29">
            <a:extLst>
              <a:ext uri="{FF2B5EF4-FFF2-40B4-BE49-F238E27FC236}">
                <a16:creationId xmlns:a16="http://schemas.microsoft.com/office/drawing/2014/main" id="{708A975F-AED0-FDE7-FCB5-F044F55E5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585313" y="2747897"/>
            <a:ext cx="353147" cy="353147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7F3D98-C9BD-ABEF-3AF3-BACE8E64C402}"/>
              </a:ext>
            </a:extLst>
          </p:cNvPr>
          <p:cNvSpPr txBox="1"/>
          <p:nvPr/>
        </p:nvSpPr>
        <p:spPr>
          <a:xfrm>
            <a:off x="2186844" y="1281997"/>
            <a:ext cx="88408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Setting up your environment</a:t>
            </a:r>
          </a:p>
        </p:txBody>
      </p:sp>
    </p:spTree>
    <p:extLst>
      <p:ext uri="{BB962C8B-B14F-4D97-AF65-F5344CB8AC3E}">
        <p14:creationId xmlns:p14="http://schemas.microsoft.com/office/powerpoint/2010/main" val="41935610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75A7A-DDB4-02E7-EEDE-1640B4B04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Terminal on macOS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9758A-FA20-CA96-9D0C-280819D74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BC512D-F0C8-6DBF-20F2-445FF0966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816" y="1648088"/>
            <a:ext cx="6656313" cy="480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994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D4A7D-F93D-AF0B-9237-50A66BE57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72892-14C7-2D34-AE78-707EB1232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files for lessons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2DB92C-1662-B542-2EA2-10A63FEED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382" y="1705175"/>
            <a:ext cx="9323200" cy="12042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303489-29CF-3DD5-BF13-F6D1B482C51B}"/>
              </a:ext>
            </a:extLst>
          </p:cNvPr>
          <p:cNvSpPr txBox="1"/>
          <p:nvPr/>
        </p:nvSpPr>
        <p:spPr>
          <a:xfrm>
            <a:off x="1392382" y="3429000"/>
            <a:ext cx="89144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above commands will create a folder called JA05 in your personal folder.</a:t>
            </a:r>
          </a:p>
          <a:p>
            <a:r>
              <a:rPr lang="en-US" sz="3200" dirty="0"/>
              <a:t>Then download lesson files to this folder</a:t>
            </a:r>
          </a:p>
        </p:txBody>
      </p:sp>
    </p:spTree>
    <p:extLst>
      <p:ext uri="{BB962C8B-B14F-4D97-AF65-F5344CB8AC3E}">
        <p14:creationId xmlns:p14="http://schemas.microsoft.com/office/powerpoint/2010/main" val="883561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171D1-D8D1-7688-6530-E6FB278E0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 to be used today</a:t>
            </a:r>
          </a:p>
        </p:txBody>
      </p:sp>
      <p:pic>
        <p:nvPicPr>
          <p:cNvPr id="4" name="Picture 3" descr="Img">
            <a:extLst>
              <a:ext uri="{FF2B5EF4-FFF2-40B4-BE49-F238E27FC236}">
                <a16:creationId xmlns:a16="http://schemas.microsoft.com/office/drawing/2014/main" id="{55882DF0-BCC6-19A6-8327-884BE61D0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087" y="1669967"/>
            <a:ext cx="3910320" cy="1848515"/>
          </a:xfrm>
          <a:prstGeom prst="rect">
            <a:avLst/>
          </a:prstGeom>
        </p:spPr>
      </p:pic>
      <p:pic>
        <p:nvPicPr>
          <p:cNvPr id="5" name="Picture 4" descr="Img">
            <a:extLst>
              <a:ext uri="{FF2B5EF4-FFF2-40B4-BE49-F238E27FC236}">
                <a16:creationId xmlns:a16="http://schemas.microsoft.com/office/drawing/2014/main" id="{4DF6F3DF-74CD-FA12-1863-A4CCF09C8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015" y="1669967"/>
            <a:ext cx="5294168" cy="2164726"/>
          </a:xfrm>
          <a:prstGeom prst="rect">
            <a:avLst/>
          </a:prstGeom>
        </p:spPr>
      </p:pic>
      <p:pic>
        <p:nvPicPr>
          <p:cNvPr id="6" name="Picture 5" descr="Img">
            <a:extLst>
              <a:ext uri="{FF2B5EF4-FFF2-40B4-BE49-F238E27FC236}">
                <a16:creationId xmlns:a16="http://schemas.microsoft.com/office/drawing/2014/main" id="{C3D35278-EE55-A37A-7F91-BCD963662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087" y="4091708"/>
            <a:ext cx="3094182" cy="1547091"/>
          </a:xfrm>
          <a:prstGeom prst="rect">
            <a:avLst/>
          </a:prstGeom>
        </p:spPr>
      </p:pic>
      <p:pic>
        <p:nvPicPr>
          <p:cNvPr id="7" name="Picture 6" descr="Img">
            <a:extLst>
              <a:ext uri="{FF2B5EF4-FFF2-40B4-BE49-F238E27FC236}">
                <a16:creationId xmlns:a16="http://schemas.microsoft.com/office/drawing/2014/main" id="{F2D7AEB0-F2C4-286C-CB6A-4D0627EEBC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102" y="4238308"/>
            <a:ext cx="5135757" cy="19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175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22F0272-3878-4604-AA91-01CA8F08D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F60EAEC-22E3-4448-8F0A-9ADAA793A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55E0F90-3FFF-4E04-B3C8-3C969A415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63A4EF-A033-4ED0-9EB6-6E1A8D264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64965EE-80F2-417F-9652-5BFF14DA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3C9611-CFD7-4C23-A8F2-00E7865A5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E1850B-81EE-4905-9A6F-BDF593EC7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Content Placeholder 3" descr="Img">
            <a:extLst>
              <a:ext uri="{FF2B5EF4-FFF2-40B4-BE49-F238E27FC236}">
                <a16:creationId xmlns:a16="http://schemas.microsoft.com/office/drawing/2014/main" id="{35AEB4CC-4E69-968F-C388-63F34F580E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3859576" y="326017"/>
            <a:ext cx="4657687" cy="621025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A250539-5364-4CFC-82C6-D791BC0C8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64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g">
            <a:extLst>
              <a:ext uri="{FF2B5EF4-FFF2-40B4-BE49-F238E27FC236}">
                <a16:creationId xmlns:a16="http://schemas.microsoft.com/office/drawing/2014/main" id="{D321F769-1F5C-D4D8-1328-3E33E609B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281" y="265546"/>
            <a:ext cx="9479973" cy="3876256"/>
          </a:xfrm>
          <a:prstGeom prst="rect">
            <a:avLst/>
          </a:prstGeom>
        </p:spPr>
      </p:pic>
      <p:pic>
        <p:nvPicPr>
          <p:cNvPr id="5" name="Picture 4" descr="Img">
            <a:extLst>
              <a:ext uri="{FF2B5EF4-FFF2-40B4-BE49-F238E27FC236}">
                <a16:creationId xmlns:a16="http://schemas.microsoft.com/office/drawing/2014/main" id="{1657C9A5-EAD5-D8F9-C794-311B97C9F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281" y="4217554"/>
            <a:ext cx="76200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440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172A7-3DB9-A05D-C333-8EFF794E5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g">
            <a:extLst>
              <a:ext uri="{FF2B5EF4-FFF2-40B4-BE49-F238E27FC236}">
                <a16:creationId xmlns:a16="http://schemas.microsoft.com/office/drawing/2014/main" id="{53D5A19B-3E0A-3453-5C02-DE67DDCE1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1" y="243263"/>
            <a:ext cx="7107381" cy="2906129"/>
          </a:xfrm>
          <a:prstGeom prst="rect">
            <a:avLst/>
          </a:prstGeom>
        </p:spPr>
      </p:pic>
      <p:pic>
        <p:nvPicPr>
          <p:cNvPr id="2" name="Picture 1" descr="Img">
            <a:extLst>
              <a:ext uri="{FF2B5EF4-FFF2-40B4-BE49-F238E27FC236}">
                <a16:creationId xmlns:a16="http://schemas.microsoft.com/office/drawing/2014/main" id="{BEFC4C5B-31AA-5160-1A14-3B460D4F9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1" y="3171675"/>
            <a:ext cx="4989945" cy="344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760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g">
            <a:extLst>
              <a:ext uri="{FF2B5EF4-FFF2-40B4-BE49-F238E27FC236}">
                <a16:creationId xmlns:a16="http://schemas.microsoft.com/office/drawing/2014/main" id="{8C9440A7-F703-E999-1F91-7BF1D015C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564" y="284892"/>
            <a:ext cx="8017072" cy="628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71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g">
            <a:extLst>
              <a:ext uri="{FF2B5EF4-FFF2-40B4-BE49-F238E27FC236}">
                <a16:creationId xmlns:a16="http://schemas.microsoft.com/office/drawing/2014/main" id="{64EDB535-3F1E-B9D3-B4CA-249974C83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290" y="1445490"/>
            <a:ext cx="7098145" cy="35490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D32BBC-7B79-BD4C-0B57-24C41034A4F2}"/>
              </a:ext>
            </a:extLst>
          </p:cNvPr>
          <p:cNvSpPr txBox="1"/>
          <p:nvPr/>
        </p:nvSpPr>
        <p:spPr>
          <a:xfrm>
            <a:off x="8492836" y="1942753"/>
            <a:ext cx="261321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SCL</a:t>
            </a:r>
          </a:p>
          <a:p>
            <a:r>
              <a:rPr lang="en-US" sz="3200" dirty="0"/>
              <a:t>SDA</a:t>
            </a:r>
          </a:p>
          <a:p>
            <a:endParaRPr lang="en-US" sz="3200" dirty="0"/>
          </a:p>
          <a:p>
            <a:r>
              <a:rPr lang="en-US" sz="3200" dirty="0"/>
              <a:t>V = 5V / 3.3V</a:t>
            </a:r>
          </a:p>
          <a:p>
            <a:r>
              <a:rPr lang="en-US" sz="3200" dirty="0"/>
              <a:t>G = Ground</a:t>
            </a:r>
          </a:p>
        </p:txBody>
      </p:sp>
    </p:spTree>
    <p:extLst>
      <p:ext uri="{BB962C8B-B14F-4D97-AF65-F5344CB8AC3E}">
        <p14:creationId xmlns:p14="http://schemas.microsoft.com/office/powerpoint/2010/main" val="3803084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D8FAD-F2A5-B0E3-8CC9-ECF330207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WiFi</a:t>
            </a:r>
            <a:r>
              <a:rPr lang="en-US" dirty="0"/>
              <a:t> Password for the Device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D1E249-4542-540E-FE9A-843BEE667810}"/>
              </a:ext>
            </a:extLst>
          </p:cNvPr>
          <p:cNvSpPr txBox="1"/>
          <p:nvPr/>
        </p:nvSpPr>
        <p:spPr>
          <a:xfrm>
            <a:off x="1911927" y="2410691"/>
            <a:ext cx="645401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SSID: </a:t>
            </a:r>
            <a:r>
              <a:rPr lang="en-US" sz="4800" dirty="0" err="1"/>
              <a:t>css_STEAM</a:t>
            </a:r>
            <a:endParaRPr lang="en-US" sz="4800" dirty="0"/>
          </a:p>
          <a:p>
            <a:r>
              <a:rPr lang="en-US" sz="4800" dirty="0"/>
              <a:t>Password: steam2026!</a:t>
            </a:r>
          </a:p>
        </p:txBody>
      </p:sp>
    </p:spTree>
    <p:extLst>
      <p:ext uri="{BB962C8B-B14F-4D97-AF65-F5344CB8AC3E}">
        <p14:creationId xmlns:p14="http://schemas.microsoft.com/office/powerpoint/2010/main" val="26958537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99</TotalTime>
  <Words>227</Words>
  <Application>Microsoft Macintosh PowerPoint</Application>
  <PresentationFormat>Widescreen</PresentationFormat>
  <Paragraphs>24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MS Shell Dlg 2</vt:lpstr>
      <vt:lpstr>Wingdings</vt:lpstr>
      <vt:lpstr>Wingdings 3</vt:lpstr>
      <vt:lpstr>Madison</vt:lpstr>
      <vt:lpstr>JA05 STEAM and Service Learning</vt:lpstr>
      <vt:lpstr>If your class builds an app to track school assignments, the coding and logic are the STEM parts. The Arts part is designing a clean, beautiful user interface that students actually want to look at, and writing clear instructions so it's easy to use.</vt:lpstr>
      <vt:lpstr>Service Learning is when you take the exact skills you are learning in the classroom and use them to solve a real, everyday problem in your community.  Instead of just reading about science in a textbook, your science class goes out to test the water quality of a local polluted stream. You then use that data to build water filters for the stream and present your findings to the town council to demand better environmental protections.</vt:lpstr>
      <vt:lpstr>Get Connected</vt:lpstr>
      <vt:lpstr>use MacOS Login with your username  s20XXXXXX@carmelss.edu.hk your Carmel Password</vt:lpstr>
      <vt:lpstr>Using Terminal on macOS</vt:lpstr>
      <vt:lpstr>Downloading files for lessons</vt:lpstr>
      <vt:lpstr>Materials to be used today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WiFi Password for the Device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 HUI CHUN KIT</dc:creator>
  <cp:lastModifiedBy>KH HUI CHUN KIT</cp:lastModifiedBy>
  <cp:revision>6</cp:revision>
  <dcterms:created xsi:type="dcterms:W3CDTF">2026-09-18T04:15:06Z</dcterms:created>
  <dcterms:modified xsi:type="dcterms:W3CDTF">2026-09-18T05:54:49Z</dcterms:modified>
</cp:coreProperties>
</file>